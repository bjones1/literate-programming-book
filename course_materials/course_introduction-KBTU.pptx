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122" autoAdjust="0"/>
  </p:normalViewPr>
  <p:slideViewPr>
    <p:cSldViewPr snapToGrid="0">
      <p:cViewPr varScale="1">
        <p:scale>
          <a:sx n="96" d="100"/>
          <a:sy n="96" d="100"/>
        </p:scale>
        <p:origin x="10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19367-86BA-4309-A616-F1157F40D5F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337CF-9DF5-484C-9491-9B121B783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62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337CF-9DF5-484C-9491-9B121B783B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7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48-9CF3-5858-73AC-5C74421EF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70252-FE84-2805-0358-1AE2A82D7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7731E-B22E-687E-F5F8-4E91E614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4807A-68BD-216B-4413-2042400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4821B-F0B5-536B-DAC3-DF12A59A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7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2F5-B4C4-4CBB-AC1D-776D49B4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2D148-9D3D-0C16-7612-A4B9E3CCC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5E9A4-0738-F4C2-6D59-5B1869949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92113-9A97-31F6-D675-F170E2F6D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D8384-763A-16F0-C806-83B6003A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70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F42B-2CBE-EAD8-6B26-33D7B9A3C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EBFD2-FEAD-A901-A5C2-0C52CF24C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59491-477B-CA09-141C-CF099E08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D3A86-4874-5E3A-FCFF-F72A3B23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A7CE5-83B4-AE91-D06A-F5F0AECB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1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2EE9-12DF-F2A9-3AD5-484626A3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E3F31-6E79-CDC8-236B-4E9DA4FF5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D4D96-EC9C-5265-29F3-56092E2AD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D56D6-5F28-AA32-E110-07125188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5C6A1-228F-E415-FFD4-796D55C3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78FDF-FD19-A527-573C-DD568786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676F4-ED60-EFC0-0983-196217AA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780DE-B993-2C16-C776-93FDAB374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3F81A-50E0-A960-4B71-5C28E7DFA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9F780-C91B-7996-298A-381B890D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1BF50E-8407-2577-45D9-BA4F92E3A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A923B-E7AA-D171-A16B-EDBD5FF70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65A4C6-6C6E-F0E1-8D4D-DF8E46BC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54158A-6A43-3856-9EC6-20141D1C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9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4333-6F3D-264E-8D69-05D0CB02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6D31A-6F25-99F0-C43C-ADC713CA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AD7DC-891E-93CF-0936-8228D55E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08793-DFA7-B1E5-FED9-C9152838F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6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D26460-37AF-0DD2-9B40-36ABE905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27306-F89C-D84C-8562-828762C9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2ECC5-EB32-76D4-B7FC-F521938D0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8DB7-B6DA-FEA5-97C5-C2996B17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14E2-703C-8D1E-AC8F-D658B3A95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CC54E-0F3D-0A4C-D502-F1DB2CE76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C5DDB-281E-5C98-D8B2-59E9A6E3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9986C-6DB8-4663-3167-34C31149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BAF8D-7278-BBAB-30BB-613CEF05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3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3ED4-894B-AFE4-3A1A-360B7238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47E22-FA47-D1AC-147A-18B3EA914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62924-6927-E947-7FB3-13CECCD7B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5CD18-9567-6281-0C71-25DBAE6E5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F68F3-603F-EAE3-C2E4-747CDAED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6C5AD-5893-995A-B1D7-D904C459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6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A01A-CA0C-68F5-EA4C-7BAEC54B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2B98D-E881-69D7-2296-3C23B632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4E181-2FD2-80B7-0B03-B2FCD5B3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36D0F-DD7A-E45F-E3E3-F8BDC1526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1D5B6-BD0A-4DC5-0F6D-D0323CB0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4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161FA0-C65A-34B9-BAFD-290593247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B5B62-CECC-9736-BD1D-984E6E392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840B1-A650-23DB-C29A-A7F6AE64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54B6-A135-4E3D-2C8D-58D5CDFAD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7EBCB-EB75-C051-4267-740BB473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69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A53A1-DECA-47CF-2F5C-4ABCD47D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21E81-17E0-9614-9873-76DC66B8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EC919-12C5-939B-C0BA-15D9F62F3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E473B-E154-4DE8-AC14-946E203254F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EF911-7901-3C50-B733-DBA60C0C1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0C915-BCED-C00D-D3D5-5A468FD23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CDB2A3-FE61-4258-870C-A0CFF6637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5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0847-63F7-904A-4DD6-56536E513D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CSDA 5101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83289-4E3D-8C93-39FF-4814C76D7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Software Paradigms</a:t>
            </a:r>
          </a:p>
        </p:txBody>
      </p:sp>
    </p:spTree>
    <p:extLst>
      <p:ext uri="{BB962C8B-B14F-4D97-AF65-F5344CB8AC3E}">
        <p14:creationId xmlns:p14="http://schemas.microsoft.com/office/powerpoint/2010/main" val="414141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A178-D401-BDEE-8D04-925CDAE4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0CB4E-8CB8-0E7F-15C5-EA94D194B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 you as a software developer.</a:t>
            </a:r>
          </a:p>
          <a:p>
            <a:r>
              <a:rPr lang="en-US" dirty="0"/>
              <a:t>Provide techniques for effective use of LLMs to generate code.</a:t>
            </a:r>
          </a:p>
          <a:p>
            <a:r>
              <a:rPr lang="en-US" dirty="0"/>
              <a:t>Your job (mainly) is to manage the code generation process, not to serve as the primary author of the code.</a:t>
            </a:r>
          </a:p>
          <a:p>
            <a:r>
              <a:rPr lang="en-US" dirty="0"/>
              <a:t>Provide a basic introduction to tools every developer needs:</a:t>
            </a:r>
          </a:p>
          <a:p>
            <a:pPr lvl="1"/>
            <a:r>
              <a:rPr lang="en-US" dirty="0"/>
              <a:t>Git</a:t>
            </a:r>
          </a:p>
          <a:p>
            <a:pPr lvl="1"/>
            <a:r>
              <a:rPr lang="en-US" dirty="0"/>
              <a:t>Testing</a:t>
            </a:r>
          </a:p>
          <a:p>
            <a:pPr lvl="1"/>
            <a:r>
              <a:rPr lang="en-US" dirty="0"/>
              <a:t>GitHub (social coding, project management)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4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F360-BA07-0FF1-8C16-4CE21907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Literate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92A4-89D9-3A43-6C4E-DE44E91D7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18472" cy="4351338"/>
          </a:xfrm>
        </p:spPr>
        <p:txBody>
          <a:bodyPr/>
          <a:lstStyle/>
          <a:p>
            <a:r>
              <a:rPr lang="en-US" dirty="0"/>
              <a:t>Managing LLMs means lots of writing: requirements, specs, data structures, …</a:t>
            </a:r>
          </a:p>
          <a:p>
            <a:r>
              <a:rPr lang="en-US" dirty="0"/>
              <a:t>Writing about code is easiest when you can place your writing within the code.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5B4025-E690-833D-C69B-771688367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918" y="0"/>
            <a:ext cx="6309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5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A364-53C2-5598-0278-85B65F0C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CCC7-2848-5ED7-F26E-6DF7F5B3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Literate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877BF-3FF1-1BF1-8D5A-2946447FA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18472" cy="4351338"/>
          </a:xfrm>
        </p:spPr>
        <p:txBody>
          <a:bodyPr/>
          <a:lstStyle/>
          <a:p>
            <a:r>
              <a:rPr lang="en-US" dirty="0"/>
              <a:t>Managing LLMs means lots of writing: requirements, specs, data structures, …</a:t>
            </a:r>
          </a:p>
          <a:p>
            <a:r>
              <a:rPr lang="en-US" dirty="0"/>
              <a:t>Writing about code is easiest when you can place your writing within the code.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0FE3A-26CF-B0A4-A669-5A2A9E84B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918" y="0"/>
            <a:ext cx="630908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4826F6-510A-EE03-74C6-2809B3190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882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38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249F-9812-BD56-E96C-C5C5657B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61E81-4496-5C93-EE2A-7508D629A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863BA0-CF16-75E2-E54E-AE8FE0B1E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2175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D59111-EA88-24E2-5475-1F0BE1E08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186" y="0"/>
            <a:ext cx="6288814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4B43CE4-7219-6879-8148-8DBD36C64A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FAD533-29FC-A5EC-0CD7-D1712ECAB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523" y="2671021"/>
            <a:ext cx="4001058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8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173CF-46A7-56E1-CBA3-90D44D93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A5EF-178C-3E42-BB1B-2700A4B3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BB9E4-B499-C1E5-1067-AF8DB0DC4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Cameras on!</a:t>
            </a:r>
          </a:p>
          <a:p>
            <a:r>
              <a:rPr lang="en-US" dirty="0"/>
              <a:t>I’ll share my experience. I don’t have all the answers.</a:t>
            </a:r>
          </a:p>
          <a:p>
            <a:r>
              <a:rPr lang="en-US" dirty="0"/>
              <a:t>I value your input, in-person and distance:</a:t>
            </a:r>
          </a:p>
          <a:p>
            <a:pPr lvl="1"/>
            <a:r>
              <a:rPr lang="en-US" dirty="0"/>
              <a:t>In general, I’ll give in-person/synchronous students time to discuss. Async: use this to develop a response to the question.</a:t>
            </a:r>
          </a:p>
          <a:p>
            <a:pPr lvl="1"/>
            <a:r>
              <a:rPr lang="en-US" dirty="0"/>
              <a:t>Each group, post your replies in the survey/chat; distance, post when you view the video.</a:t>
            </a:r>
          </a:p>
          <a:p>
            <a:r>
              <a:rPr lang="en-US" dirty="0"/>
              <a:t>What are your techniques for effective use of LLMs to generate code?</a:t>
            </a:r>
          </a:p>
        </p:txBody>
      </p:sp>
    </p:spTree>
    <p:extLst>
      <p:ext uri="{BB962C8B-B14F-4D97-AF65-F5344CB8AC3E}">
        <p14:creationId xmlns:p14="http://schemas.microsoft.com/office/powerpoint/2010/main" val="165875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5973-C065-176A-EF32-D57DB3F4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EE4D8-6E7C-0822-7825-B5E92A2E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the link in the chat.</a:t>
            </a:r>
          </a:p>
        </p:txBody>
      </p:sp>
    </p:spTree>
    <p:extLst>
      <p:ext uri="{BB962C8B-B14F-4D97-AF65-F5344CB8AC3E}">
        <p14:creationId xmlns:p14="http://schemas.microsoft.com/office/powerpoint/2010/main" val="1932075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6AD6-E600-1CC3-36CC-564126F8E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20C2A-D8E6-3D07-F05B-A9C762150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601" y="-2515974"/>
            <a:ext cx="6245412" cy="937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09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55C1-29F0-6759-3534-538C99AC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221AF-CB90-611A-C30B-477D526E1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MS Teams:</a:t>
            </a:r>
            <a:endParaRPr lang="en-US" dirty="0"/>
          </a:p>
          <a:p>
            <a:pPr lvl="1"/>
            <a:r>
              <a:rPr lang="en-US" dirty="0"/>
              <a:t>Introduction</a:t>
            </a:r>
          </a:p>
          <a:p>
            <a:pPr lvl="1"/>
            <a:r>
              <a:rPr lang="en-US" dirty="0"/>
              <a:t>Installation (</a:t>
            </a:r>
            <a:r>
              <a:rPr lang="en-US" dirty="0" err="1"/>
              <a:t>VSCode</a:t>
            </a:r>
            <a:r>
              <a:rPr lang="en-US" dirty="0"/>
              <a:t>, the </a:t>
            </a:r>
            <a:r>
              <a:rPr lang="en-US" dirty="0" err="1"/>
              <a:t>CodeChat</a:t>
            </a:r>
            <a:r>
              <a:rPr lang="en-US" dirty="0"/>
              <a:t> Editor, book)</a:t>
            </a:r>
          </a:p>
        </p:txBody>
      </p:sp>
    </p:spTree>
    <p:extLst>
      <p:ext uri="{BB962C8B-B14F-4D97-AF65-F5344CB8AC3E}">
        <p14:creationId xmlns:p14="http://schemas.microsoft.com/office/powerpoint/2010/main" val="2042866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6417</TotalTime>
  <Words>242</Words>
  <Application>Microsoft Office PowerPoint</Application>
  <PresentationFormat>Widescreen</PresentationFormat>
  <Paragraphs>31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CSDA 5101</vt:lpstr>
      <vt:lpstr>Goals</vt:lpstr>
      <vt:lpstr>Literate programming</vt:lpstr>
      <vt:lpstr>Literate programming</vt:lpstr>
      <vt:lpstr>PowerPoint Presentation</vt:lpstr>
      <vt:lpstr>Approach</vt:lpstr>
      <vt:lpstr>Class structure</vt:lpstr>
      <vt:lpstr>Introductions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Jones, Bryan</dc:creator>
  <cp:lastModifiedBy>Jones, Bryan</cp:lastModifiedBy>
  <cp:revision>6</cp:revision>
  <dcterms:created xsi:type="dcterms:W3CDTF">2026-08-12T19:01:53Z</dcterms:created>
  <dcterms:modified xsi:type="dcterms:W3CDTF">2026-09-07T13:53:47Z</dcterms:modified>
</cp:coreProperties>
</file>